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740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50" d="100"/>
          <a:sy n="50" d="100"/>
        </p:scale>
        <p:origin x="1891" y="11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7DDE6-2ABB-A202-AB42-AB985C7001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F65B3D-C660-CB62-D21D-12FD469D1A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DEDDC-3570-85E8-BA12-A30FA2A54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CFC720-1D32-B6D2-6783-EA717107F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B3438-B4BC-AE37-4651-335AA9BB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3232447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17D52-A12F-27C8-3920-2CA7A1F59B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691E-25CE-3412-FD7D-3F5CAA4221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C085F-093E-890C-3778-461001692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6BB0F-188C-4780-9E52-F85D60264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B5197-577A-7D2F-7574-B7F957B1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162759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FCAE1-C693-1B69-A143-4CEBD21CE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185A66-886A-14B9-8DD0-5B5EAE314E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0BFF5-AE22-705B-2273-FB968D262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373DD9-83B5-FAD8-FAD6-89A731847F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C122A6-9FF5-4B91-8331-213FECC7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8047617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BD1C93-397C-222E-4B32-B247D9189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D5BCB-0A40-07A8-168F-42A6999B40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37704C-8C39-0276-3A9D-66936FEBD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4C188-8461-6981-0A35-E5AC639C9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E05073-700F-3C8D-6114-7BBC4C12E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9CE561-C275-C0C9-70EF-3E122D7A5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524899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B871C-0779-55C6-841A-1B413189F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142F6B-C61E-DAD8-1DD0-F3EE81049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49B88F-F74C-C740-DA12-B19BCD631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98503C-C8A0-44DA-2123-08BF904EA0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3462D0-9C5A-CDFC-F782-4EED797CF3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428541-DC4A-84B5-23AF-415AB8C1E1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C02FF0-A9E0-3686-9127-01B84A5F36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D0807A5-EF5C-3210-76BB-269EF9BE1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71435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03C0C-D07C-CB56-C2A6-BBEF9E330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1293CB-4F3A-0BDA-70EB-7513DC8BB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5E85FD-1666-F522-5387-20F87C22C9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562A34-A40F-6C35-B70F-CBB7DD887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45615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87E500C-4B67-8965-3CAC-9498664B9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BAC35C-D2C8-E432-E7B6-5B8429E55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AAF174-DD05-419B-14EB-2F528DB59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30469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6EED5-D4F1-E26A-DD25-9D5647A40F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6B39CC-E6DD-697A-BB3D-1D7DA4C4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ECF642-CF41-22DA-E31D-D397F26DE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B30420-34B4-2065-5A79-72A5952E5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2F6C95-6651-E771-771F-2EC7EA3B5F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D07DE9-0D1A-93DA-5C96-9F579CECE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487392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E2B09-2D4C-E687-EE84-1406C6054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E739B7-D648-1ED2-878D-971A68DB2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Y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CC92F3-BCAE-9DD5-24EB-F7C43325AE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3E7BD-00F5-E7FF-1E53-90665B437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6B429F-FC8C-3583-BACA-CFEB772C7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7CD600-018F-9E54-9654-5FD72CD48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98219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0DB14-6350-267B-6E88-82572F590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3A2FA6-7735-3E97-463C-6F1766C5D2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10D4D-09E9-4171-DF96-93355614C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B22040-676F-0502-D6EF-CC2CB7C96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E3CF88-0713-EAC6-313A-13356CF2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880007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CE9F6F-DC73-831E-8CF3-A945915D46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C7A298-D510-0C5E-9CE4-8359EA26F3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8DD16B-1AC7-3649-DEDC-EBA981A23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B8F9A9-75CB-EDAA-B325-454D3540A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480757-8D6F-E288-EE7B-A784C7C506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2259619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357E0A-4944-8D78-6A8C-A06431BA5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Y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3692B9-BE7B-E4B4-1F11-9190D99AAB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Y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776D83-2493-43E0-2BFC-9382D38DAA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D07AEA-B2E0-44BE-8584-6C181F3B265E}" type="datetimeFigureOut">
              <a:rPr lang="en-MY" smtClean="0"/>
              <a:t>4/3/2026</a:t>
            </a:fld>
            <a:endParaRPr lang="en-MY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983E5-2F3D-AF60-183C-37B322A4C5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Y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2AFDB-2308-79FB-851E-0E63F4E391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6B184E-3D9D-47D6-839C-BA0DC76BE1A4}" type="slidenum">
              <a:rPr lang="en-MY" smtClean="0"/>
              <a:t>‹#›</a:t>
            </a:fld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4743710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3CA4A-FA1D-FAC7-A5E4-EDA73D1190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F5FD5421-B47A-CAD4-6642-E13D818C43DC}"/>
              </a:ext>
            </a:extLst>
          </p:cNvPr>
          <p:cNvSpPr/>
          <p:nvPr/>
        </p:nvSpPr>
        <p:spPr>
          <a:xfrm>
            <a:off x="692301" y="-3541042"/>
            <a:ext cx="2520000" cy="252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80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5417E8C-F9CA-3F2D-8D22-681270E7C0D8}"/>
              </a:ext>
            </a:extLst>
          </p:cNvPr>
          <p:cNvSpPr/>
          <p:nvPr/>
        </p:nvSpPr>
        <p:spPr>
          <a:xfrm>
            <a:off x="5755400" y="9515"/>
            <a:ext cx="2520000" cy="2520000"/>
          </a:xfrm>
          <a:prstGeom prst="ellipse">
            <a:avLst/>
          </a:prstGeom>
          <a:solidFill>
            <a:srgbClr val="FC74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80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4DCA046-3532-258B-22A4-E4C2F6A5E95E}"/>
              </a:ext>
            </a:extLst>
          </p:cNvPr>
          <p:cNvSpPr/>
          <p:nvPr/>
        </p:nvSpPr>
        <p:spPr>
          <a:xfrm>
            <a:off x="3530438" y="5452859"/>
            <a:ext cx="2520000" cy="2520000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800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E2BEE86-427B-C539-C6B3-D59DC8179BA7}"/>
              </a:ext>
            </a:extLst>
          </p:cNvPr>
          <p:cNvSpPr/>
          <p:nvPr/>
        </p:nvSpPr>
        <p:spPr>
          <a:xfrm>
            <a:off x="-2520000" y="5730252"/>
            <a:ext cx="2520000" cy="2520000"/>
          </a:xfrm>
          <a:prstGeom prst="ellipse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 sz="2800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1E7721FF-FE56-9AD5-0397-3F10F41D5C2B}"/>
              </a:ext>
            </a:extLst>
          </p:cNvPr>
          <p:cNvSpPr/>
          <p:nvPr/>
        </p:nvSpPr>
        <p:spPr>
          <a:xfrm rot="14390962">
            <a:off x="-1817189" y="-2106404"/>
            <a:ext cx="1440000" cy="1800000"/>
          </a:xfrm>
          <a:prstGeom prst="downArrow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6" name="Arrow: Down 5">
            <a:extLst>
              <a:ext uri="{FF2B5EF4-FFF2-40B4-BE49-F238E27FC236}">
                <a16:creationId xmlns:a16="http://schemas.microsoft.com/office/drawing/2014/main" id="{A909DED9-2D57-CECF-1922-5BC12CDE6C03}"/>
              </a:ext>
            </a:extLst>
          </p:cNvPr>
          <p:cNvSpPr/>
          <p:nvPr/>
        </p:nvSpPr>
        <p:spPr>
          <a:xfrm rot="18702270">
            <a:off x="4369761" y="-1921042"/>
            <a:ext cx="1440000" cy="1800000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Arrow: Down 6">
            <a:extLst>
              <a:ext uri="{FF2B5EF4-FFF2-40B4-BE49-F238E27FC236}">
                <a16:creationId xmlns:a16="http://schemas.microsoft.com/office/drawing/2014/main" id="{58EC50D5-8AEE-7BF6-68E7-83FC33B45170}"/>
              </a:ext>
            </a:extLst>
          </p:cNvPr>
          <p:cNvSpPr/>
          <p:nvPr/>
        </p:nvSpPr>
        <p:spPr>
          <a:xfrm rot="2518877">
            <a:off x="6009061" y="3679625"/>
            <a:ext cx="1440000" cy="1800000"/>
          </a:xfrm>
          <a:prstGeom prst="downArrow">
            <a:avLst/>
          </a:prstGeom>
          <a:solidFill>
            <a:srgbClr val="FC74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16E3AC89-DA4C-AED9-A243-FA5CA191A286}"/>
              </a:ext>
            </a:extLst>
          </p:cNvPr>
          <p:cNvSpPr/>
          <p:nvPr/>
        </p:nvSpPr>
        <p:spPr>
          <a:xfrm rot="5400000">
            <a:off x="829064" y="6678000"/>
            <a:ext cx="1440000" cy="1800000"/>
          </a:xfrm>
          <a:prstGeom prst="down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10" name="Arrow: Down 9">
            <a:extLst>
              <a:ext uri="{FF2B5EF4-FFF2-40B4-BE49-F238E27FC236}">
                <a16:creationId xmlns:a16="http://schemas.microsoft.com/office/drawing/2014/main" id="{0237CD36-2260-0F2A-1415-28C1954924C4}"/>
              </a:ext>
            </a:extLst>
          </p:cNvPr>
          <p:cNvSpPr/>
          <p:nvPr/>
        </p:nvSpPr>
        <p:spPr>
          <a:xfrm rot="8858523">
            <a:off x="-3578660" y="3407261"/>
            <a:ext cx="1440000" cy="1800000"/>
          </a:xfrm>
          <a:prstGeom prst="down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1E0EAD0-4050-91FF-EE97-0FD6B54A8349}"/>
              </a:ext>
            </a:extLst>
          </p:cNvPr>
          <p:cNvGrpSpPr/>
          <p:nvPr/>
        </p:nvGrpSpPr>
        <p:grpSpPr>
          <a:xfrm>
            <a:off x="-5095725" y="9515"/>
            <a:ext cx="2858661" cy="2520000"/>
            <a:chOff x="-5541202" y="273515"/>
            <a:chExt cx="2858661" cy="2520000"/>
          </a:xfrm>
        </p:grpSpPr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F1C00855-2066-7F80-CF97-EC5E1C7FFE07}"/>
                </a:ext>
              </a:extLst>
            </p:cNvPr>
            <p:cNvSpPr/>
            <p:nvPr/>
          </p:nvSpPr>
          <p:spPr>
            <a:xfrm>
              <a:off x="-5378661" y="273515"/>
              <a:ext cx="2520000" cy="2520000"/>
            </a:xfrm>
            <a:prstGeom prst="ellipse">
              <a:avLst/>
            </a:pr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B404BD5-5FE4-04B7-D1B2-CC41F8123A17}"/>
                </a:ext>
              </a:extLst>
            </p:cNvPr>
            <p:cNvSpPr txBox="1"/>
            <p:nvPr/>
          </p:nvSpPr>
          <p:spPr>
            <a:xfrm>
              <a:off x="-5541202" y="770679"/>
              <a:ext cx="2858661" cy="138499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MY" sz="2800" b="1">
                  <a:solidFill>
                    <a:schemeClr val="bg1"/>
                  </a:solidFill>
                </a:rPr>
                <a:t>Continual Service Improvement</a:t>
              </a: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DE6599E8-D192-23FB-9388-14AE70F102E8}"/>
              </a:ext>
            </a:extLst>
          </p:cNvPr>
          <p:cNvSpPr txBox="1"/>
          <p:nvPr/>
        </p:nvSpPr>
        <p:spPr>
          <a:xfrm>
            <a:off x="1034109" y="-2758096"/>
            <a:ext cx="183638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800" b="1">
                <a:solidFill>
                  <a:schemeClr val="bg1"/>
                </a:solidFill>
              </a:rPr>
              <a:t>Service</a:t>
            </a:r>
          </a:p>
          <a:p>
            <a:pPr algn="ctr"/>
            <a:r>
              <a:rPr lang="en-MY" sz="2800" b="1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562FD66-F7DE-CC61-89EF-61CED9E0AB38}"/>
              </a:ext>
            </a:extLst>
          </p:cNvPr>
          <p:cNvSpPr txBox="1"/>
          <p:nvPr/>
        </p:nvSpPr>
        <p:spPr>
          <a:xfrm>
            <a:off x="6028610" y="709337"/>
            <a:ext cx="197358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800" b="1">
                <a:solidFill>
                  <a:schemeClr val="bg1"/>
                </a:solidFill>
              </a:rPr>
              <a:t>Service Design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EF9923-B2F9-3FF0-D1BE-C4C8C0BF513D}"/>
              </a:ext>
            </a:extLst>
          </p:cNvPr>
          <p:cNvSpPr txBox="1"/>
          <p:nvPr/>
        </p:nvSpPr>
        <p:spPr>
          <a:xfrm>
            <a:off x="3811268" y="6235805"/>
            <a:ext cx="19583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800" b="1">
                <a:solidFill>
                  <a:schemeClr val="bg1"/>
                </a:solidFill>
              </a:rPr>
              <a:t>Service Transition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69FE931-1482-2A8A-90C7-81B67527B5D8}"/>
              </a:ext>
            </a:extLst>
          </p:cNvPr>
          <p:cNvSpPr txBox="1"/>
          <p:nvPr/>
        </p:nvSpPr>
        <p:spPr>
          <a:xfrm>
            <a:off x="-2159313" y="6513198"/>
            <a:ext cx="1800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MY" sz="2800" b="1">
                <a:solidFill>
                  <a:schemeClr val="bg1"/>
                </a:solidFill>
              </a:rPr>
              <a:t>Service Operation</a:t>
            </a:r>
          </a:p>
        </p:txBody>
      </p:sp>
    </p:spTree>
    <p:extLst>
      <p:ext uri="{BB962C8B-B14F-4D97-AF65-F5344CB8AC3E}">
        <p14:creationId xmlns:p14="http://schemas.microsoft.com/office/powerpoint/2010/main" val="796932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11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Valarie LIM Yee Hang</dc:creator>
  <cp:lastModifiedBy>Valarie LIM Yee Hang</cp:lastModifiedBy>
  <cp:revision>5</cp:revision>
  <dcterms:created xsi:type="dcterms:W3CDTF">2026-02-05T12:33:27Z</dcterms:created>
  <dcterms:modified xsi:type="dcterms:W3CDTF">2026-03-04T15:35:47Z</dcterms:modified>
</cp:coreProperties>
</file>